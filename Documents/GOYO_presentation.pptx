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67" r:id="rId12"/>
    <p:sldId id="269" r:id="rId13"/>
    <p:sldId id="270" r:id="rId14"/>
    <p:sldId id="271" r:id="rId15"/>
    <p:sldId id="272" r:id="rId16"/>
    <p:sldId id="273" r:id="rId17"/>
    <p:sldId id="274" r:id="rId18"/>
    <p:sldId id="275" r:id="rId19"/>
  </p:sldIdLst>
  <p:sldSz cx="12192000" cy="6858000"/>
  <p:notesSz cx="6858000" cy="9144000"/>
  <p:defaultTextStyle>
    <a:defPPr>
      <a:defRPr lang="en-K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9718"/>
    <p:restoredTop sz="94694"/>
  </p:normalViewPr>
  <p:slideViewPr>
    <p:cSldViewPr snapToGrid="0">
      <p:cViewPr varScale="1">
        <p:scale>
          <a:sx n="121" d="100"/>
          <a:sy n="121" d="100"/>
        </p:scale>
        <p:origin x="1120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F7BED-9BCE-6787-D43D-88315A3445F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BF6F8B9-CAE9-6828-FA5D-F372A4E194A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K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B4F4C6-C467-661E-48D7-B85CF7B728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0820E2-06FE-1B40-8A1F-BDDA77B62BE3}" type="datetimeFigureOut">
              <a:rPr lang="en-KR" smtClean="0"/>
              <a:t>12/11/25</a:t>
            </a:fld>
            <a:endParaRPr lang="en-K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ABA351-3538-650E-2020-F4A3F027C9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BE4D59-C92A-CFB5-B091-9B4880BF6E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7777BD-CC2E-0E4D-B69A-71A32E6AF759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6110304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82BE14-1016-D230-C10D-3C6448B1CC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8C5FB6-61AE-8A9C-5330-967CDA76D6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1F622A-0D19-817A-30E8-921C8BD10B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0820E2-06FE-1B40-8A1F-BDDA77B62BE3}" type="datetimeFigureOut">
              <a:rPr lang="en-KR" smtClean="0"/>
              <a:t>12/11/25</a:t>
            </a:fld>
            <a:endParaRPr lang="en-K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C819AC-752F-C3C2-72A4-53DD176DC2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4D2C10-D382-8E6E-D5BD-AD3C12CE54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7777BD-CC2E-0E4D-B69A-71A32E6AF759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10834257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FE9E06-E6A8-F542-5D90-CABCD98240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49AA85-DE76-10BA-42ED-61A8D11405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8DC7E8-BC57-6DEF-0A80-51888B3F90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0820E2-06FE-1B40-8A1F-BDDA77B62BE3}" type="datetimeFigureOut">
              <a:rPr lang="en-KR" smtClean="0"/>
              <a:t>12/11/25</a:t>
            </a:fld>
            <a:endParaRPr lang="en-K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59C360-EEFF-96DE-AF89-A5905BA3D7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588D03-D5AF-8F7E-61FF-C1C97D976A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7777BD-CC2E-0E4D-B69A-71A32E6AF759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36423214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B156C7-1039-7FF2-8ACC-ABA9A3B4E2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F8BBFC-94CE-5459-5216-4C7F3513247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6BA97C9-597D-8056-8DC5-66B7E6A0359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F73EF57-3C82-CC50-C60E-7AD0587507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0820E2-06FE-1B40-8A1F-BDDA77B62BE3}" type="datetimeFigureOut">
              <a:rPr lang="en-KR" smtClean="0"/>
              <a:t>12/11/25</a:t>
            </a:fld>
            <a:endParaRPr lang="en-K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9830D0D-3E4D-9B77-C448-48AA95014E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394784-420B-3CB5-B755-3893728987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7777BD-CC2E-0E4D-B69A-71A32E6AF759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23224793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3F51EA-E344-7224-E4B0-B7C0982FA0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84FBDF-E7C8-E58C-145B-BE4A207280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72D395D-38D8-C923-0E27-B4E80CC15FE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80E2012-DA2C-D3A3-0A2D-350F8E645C8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0457BF9-615B-2E90-BDD4-13FCB8438AC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057D446-1490-3868-0017-1D7F49E91B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0820E2-06FE-1B40-8A1F-BDDA77B62BE3}" type="datetimeFigureOut">
              <a:rPr lang="en-KR" smtClean="0"/>
              <a:t>12/11/25</a:t>
            </a:fld>
            <a:endParaRPr lang="en-KR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4DDEB0A-781F-4C00-96D6-1AD55E4AA8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15C0CB0-7891-4067-7D01-03D158FC3F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7777BD-CC2E-0E4D-B69A-71A32E6AF759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16126160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ECB0BC-05B5-E01D-C065-CEED2A9674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16B6B2E-6386-2B62-39D3-16C32F77BF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0820E2-06FE-1B40-8A1F-BDDA77B62BE3}" type="datetimeFigureOut">
              <a:rPr lang="en-KR" smtClean="0"/>
              <a:t>12/11/25</a:t>
            </a:fld>
            <a:endParaRPr lang="en-KR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A5CD8FB-9240-E4E3-0969-8C82D72B3E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64CB9B9-FAA4-3C56-5364-27CBC2015F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7777BD-CC2E-0E4D-B69A-71A32E6AF759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17046876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75FB8C6-3287-EDA7-D2EF-69673DB975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0820E2-06FE-1B40-8A1F-BDDA77B62BE3}" type="datetimeFigureOut">
              <a:rPr lang="en-KR" smtClean="0"/>
              <a:t>12/11/25</a:t>
            </a:fld>
            <a:endParaRPr lang="en-KR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1E2B379-8D00-9A65-3202-ED0B21F221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62C085-E45A-434A-BDC9-F06D8398D1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7777BD-CC2E-0E4D-B69A-71A32E6AF759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6937110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EBC4E4-0BA7-234B-925E-1C7DE7FC35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AE6B4D-EEA2-B661-986F-A758C86661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C5138A7-19AF-71CE-07DB-C18DF103A1B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7F3F071-C7D9-01CF-B424-491F7A0DA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0820E2-06FE-1B40-8A1F-BDDA77B62BE3}" type="datetimeFigureOut">
              <a:rPr lang="en-KR" smtClean="0"/>
              <a:t>12/11/25</a:t>
            </a:fld>
            <a:endParaRPr lang="en-K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37A7B3-5C05-A6CB-75DC-E56F412639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A131D89-3097-A48D-D92B-9757E63678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7777BD-CC2E-0E4D-B69A-71A32E6AF759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39848490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1D4518-7DE3-9A89-C89F-A89053B3DE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BC0A7E8-066B-459F-D2C5-3F37BD9A4AB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K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169487B-F702-E608-7309-7B6412A55F3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91AB655-FDE0-8744-65D0-7F132EE573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0820E2-06FE-1B40-8A1F-BDDA77B62BE3}" type="datetimeFigureOut">
              <a:rPr lang="en-KR" smtClean="0"/>
              <a:t>12/11/25</a:t>
            </a:fld>
            <a:endParaRPr lang="en-K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7CEDFE5-3A89-9815-1D11-E2FAC95C7A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ABED83-2C10-26C5-D6D4-831D33AF67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7777BD-CC2E-0E4D-B69A-71A32E6AF759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16039281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1F7E26-183A-3346-0C85-FFB798D993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A02297C-200B-B91A-F759-1E60D7E8F93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A70E72-A568-CF3C-9B09-91FE342DF8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0820E2-06FE-1B40-8A1F-BDDA77B62BE3}" type="datetimeFigureOut">
              <a:rPr lang="en-KR" smtClean="0"/>
              <a:t>12/11/25</a:t>
            </a:fld>
            <a:endParaRPr lang="en-K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80F427-138C-5EC6-AE8C-D1E8B6CEDE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4B7523-696C-35FB-ED00-0E1D9BB8C3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7777BD-CC2E-0E4D-B69A-71A32E6AF759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3820502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4280DAC-74DB-F4D4-7A45-541B12E0DC8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C08D58-55F3-696C-8CB7-7C7506BCCB6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7B9E4F-7A3F-97EA-69F2-1CF2D82DF1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0820E2-06FE-1B40-8A1F-BDDA77B62BE3}" type="datetimeFigureOut">
              <a:rPr lang="en-KR" smtClean="0"/>
              <a:t>12/11/25</a:t>
            </a:fld>
            <a:endParaRPr lang="en-K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32D732-2AFF-2166-B982-B03482AD1C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8F6F09-1A92-1775-EEDB-84097D4317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7777BD-CC2E-0E4D-B69A-71A32E6AF759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2809296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FAB6B53-8D0D-0A87-8FE2-767B523351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B9191F-57FD-D5E2-4F8B-FE847EE21B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3B6B64-6C27-1116-2ADE-54A53A15DDB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90820E2-06FE-1B40-8A1F-BDDA77B62BE3}" type="datetimeFigureOut">
              <a:rPr lang="en-KR" smtClean="0"/>
              <a:t>12/11/25</a:t>
            </a:fld>
            <a:endParaRPr lang="en-K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B2B91C-938A-0858-FC9E-504565D3A2D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K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B9AA38-8C0C-6E2A-6863-48E4D2F9567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87777BD-CC2E-0E4D-B69A-71A32E6AF759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39395005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K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8D8240-024F-D71C-193A-62721BED9E9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6B5EB6B-A97C-7704-DA06-A7442DEA49F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KR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9FC4131-29B0-CA7A-5138-B3CD175905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-38145"/>
            <a:ext cx="12237505" cy="68961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22927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FE2D24-929E-5472-87C5-592EC31CE4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KR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6B64E800-A237-2CC0-2BAF-076FDC98615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7123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91114BE-3BF8-3C66-FCC1-32A974C68C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9800" y="3080800"/>
            <a:ext cx="7772400" cy="6963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39603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BA94FAAB-D789-6F72-C65C-ED52A74F7C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68526" cy="6858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8337675-5416-58CB-96CB-3429A8C341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9800" y="1477425"/>
            <a:ext cx="7772400" cy="696399"/>
          </a:xfrm>
          <a:prstGeom prst="rect">
            <a:avLst/>
          </a:prstGeom>
        </p:spPr>
      </p:pic>
      <p:pic>
        <p:nvPicPr>
          <p:cNvPr id="7" name="Picture 12">
            <a:extLst>
              <a:ext uri="{FF2B5EF4-FFF2-40B4-BE49-F238E27FC236}">
                <a16:creationId xmlns:a16="http://schemas.microsoft.com/office/drawing/2014/main" id="{3E5A63D5-1ACD-DA3B-6C5C-1529E6911AD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8646" y="3429000"/>
            <a:ext cx="604965" cy="862636"/>
          </a:xfrm>
          <a:prstGeom prst="rect">
            <a:avLst/>
          </a:prstGeom>
        </p:spPr>
      </p:pic>
      <p:pic>
        <p:nvPicPr>
          <p:cNvPr id="8" name="Picture 16">
            <a:extLst>
              <a:ext uri="{FF2B5EF4-FFF2-40B4-BE49-F238E27FC236}">
                <a16:creationId xmlns:a16="http://schemas.microsoft.com/office/drawing/2014/main" id="{E950B3DE-3AD3-16B8-DCF3-ED59B0990BD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44760" y="3429000"/>
            <a:ext cx="553212" cy="862636"/>
          </a:xfrm>
          <a:prstGeom prst="rect">
            <a:avLst/>
          </a:prstGeom>
        </p:spPr>
      </p:pic>
      <p:pic>
        <p:nvPicPr>
          <p:cNvPr id="9" name="Picture 12">
            <a:extLst>
              <a:ext uri="{FF2B5EF4-FFF2-40B4-BE49-F238E27FC236}">
                <a16:creationId xmlns:a16="http://schemas.microsoft.com/office/drawing/2014/main" id="{281AF49B-BAC8-5EBE-8C45-1985C555E26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8646" y="3429000"/>
            <a:ext cx="604965" cy="8626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58735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ABF297B6-7D45-A6F2-40F3-8E016C9CAC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71229"/>
          </a:xfrm>
          <a:prstGeom prst="rect">
            <a:avLst/>
          </a:prstGeom>
        </p:spPr>
      </p:pic>
      <p:pic>
        <p:nvPicPr>
          <p:cNvPr id="7" name="Picture 12">
            <a:extLst>
              <a:ext uri="{FF2B5EF4-FFF2-40B4-BE49-F238E27FC236}">
                <a16:creationId xmlns:a16="http://schemas.microsoft.com/office/drawing/2014/main" id="{3F099BC2-7EF0-EBB6-ECF0-58AFF1EC4B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37343" y="3542211"/>
            <a:ext cx="604965" cy="862636"/>
          </a:xfrm>
          <a:prstGeom prst="rect">
            <a:avLst/>
          </a:prstGeom>
        </p:spPr>
      </p:pic>
      <p:pic>
        <p:nvPicPr>
          <p:cNvPr id="8" name="Picture 16">
            <a:extLst>
              <a:ext uri="{FF2B5EF4-FFF2-40B4-BE49-F238E27FC236}">
                <a16:creationId xmlns:a16="http://schemas.microsoft.com/office/drawing/2014/main" id="{A7191B71-9E83-887C-257A-9912E98BD13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96714" y="3542211"/>
            <a:ext cx="553212" cy="862636"/>
          </a:xfrm>
          <a:prstGeom prst="rect">
            <a:avLst/>
          </a:prstGeom>
        </p:spPr>
      </p:pic>
      <p:pic>
        <p:nvPicPr>
          <p:cNvPr id="9" name="Picture 12">
            <a:extLst>
              <a:ext uri="{FF2B5EF4-FFF2-40B4-BE49-F238E27FC236}">
                <a16:creationId xmlns:a16="http://schemas.microsoft.com/office/drawing/2014/main" id="{F4CA7F12-60EE-028C-5ACE-A4C7B48226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30028" y="3542211"/>
            <a:ext cx="604965" cy="862636"/>
          </a:xfrm>
          <a:prstGeom prst="rect">
            <a:avLst/>
          </a:prstGeom>
        </p:spPr>
      </p:pic>
      <p:grpSp>
        <p:nvGrpSpPr>
          <p:cNvPr id="11" name="Group 10">
            <a:extLst>
              <a:ext uri="{FF2B5EF4-FFF2-40B4-BE49-F238E27FC236}">
                <a16:creationId xmlns:a16="http://schemas.microsoft.com/office/drawing/2014/main" id="{85F635FC-CCF5-E83A-C345-CE9CBB35A7DD}"/>
              </a:ext>
            </a:extLst>
          </p:cNvPr>
          <p:cNvGrpSpPr/>
          <p:nvPr/>
        </p:nvGrpSpPr>
        <p:grpSpPr>
          <a:xfrm>
            <a:off x="-593452" y="1477425"/>
            <a:ext cx="10575652" cy="696399"/>
            <a:chOff x="-593452" y="1477425"/>
            <a:chExt cx="10575652" cy="696399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11A15D08-E33F-5953-AA38-B7F23F77FFF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2209800" y="1477425"/>
              <a:ext cx="7772400" cy="696399"/>
            </a:xfrm>
            <a:prstGeom prst="rect">
              <a:avLst/>
            </a:prstGeom>
          </p:spPr>
        </p:pic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8FC8C317-B316-8BC0-3064-BF78E3932C32}"/>
                </a:ext>
              </a:extLst>
            </p:cNvPr>
            <p:cNvSpPr/>
            <p:nvPr/>
          </p:nvSpPr>
          <p:spPr>
            <a:xfrm>
              <a:off x="-593452" y="1562352"/>
              <a:ext cx="339116" cy="5086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KR"/>
            </a:p>
          </p:txBody>
        </p:sp>
      </p:grpSp>
    </p:spTree>
    <p:extLst>
      <p:ext uri="{BB962C8B-B14F-4D97-AF65-F5344CB8AC3E}">
        <p14:creationId xmlns:p14="http://schemas.microsoft.com/office/powerpoint/2010/main" val="123189036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5415CA-0B29-C8D4-F3E4-EE31A71DE0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DFDA37-FD32-D70B-2688-E0C0B0B8E0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KR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D36A4C9-D3B7-DB26-A7B4-1E91F3B486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1219200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79054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6CEE894-A001-2284-F53B-1062559447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68526" cy="6858000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7DFA2E-D129-160E-1D5F-76D2CE7774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10272603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54E4D6-BBB9-55DF-4D5A-B6ADE0F76F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49EC6D-9572-1BFF-14C4-8574B63089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KR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1E2AA7F-8142-D545-3667-A5EB5E9620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1219200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31969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AF49F0-E38F-0515-51EE-F21D20038D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0084CF-DF52-2F49-1A3E-12372DF035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KR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326AF75-E04D-15CC-35A9-0FEBAC339C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1219200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37200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6F188C-1F99-68B2-2C8C-7B46EE5B2E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532B33-BE78-A7F1-7A77-8787E35584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KR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85B4C96-AF12-4616-07B8-861CEAB92C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705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43484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8AEB89-D4B4-53E0-8A94-763254A7E7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25572D-10E0-7C43-5C4C-B338CF8C14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KR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D105DCF-821E-656C-B8FF-C4F13E575B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1219200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385679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69C9E2-20DE-8D75-AD06-C6685A1598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181C36-3F73-8A11-E463-B3A580C596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KR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0409477-6A4C-82F1-5423-9CCE9DE98E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1219200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491501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7F4C76-4334-BA9B-2BD0-7225A7494A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76A082-C804-F3AD-68F1-4F2127398F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KR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72B1D30-D7CA-A86E-6F85-2EF078D1ED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1219200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983458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46AC30-EC5C-3EEF-B921-E99061AC43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F0B9DC-03ED-D569-F0CB-54F88601A5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KR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AC4F347-E420-D5CA-5F77-DE35C50648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1219200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445118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E6F0E4-A018-707A-EE90-4FC79A280E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725B2E-F1A8-F04D-F425-837743AA12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KR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2E3B432-875B-5F7B-1C3F-EE7F83259B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12192001" cy="68705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765782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CEF64C-3A80-58C2-9AA5-C84B1D74D4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4A05F5-6050-8897-DF07-4F353E369B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KR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B1471E2-185A-4104-DE6F-831782E2C4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12192001" cy="68705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536614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E1C9C1-D3FE-AEF2-98A0-41C904EB67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F20D30-B8F5-94BC-A410-E23C83DF6B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KR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54B249D-E52D-9E37-65AC-D5001C648E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1219200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130700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28050E-BB3B-7894-11A6-8217DB8833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E2CA43-4A28-0B92-082B-D32D047B05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KR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8DF3EF3-E55F-B525-FFDF-2568DA3808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1216981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048589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2E5991-F21D-47CD-D151-C8029D9872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6B0CA3-76BA-5FB6-9A29-36F54839DC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KR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C5B4B2F-A67C-F983-9361-29D4CEDE94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705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0805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54</TotalTime>
  <Words>0</Words>
  <Application>Microsoft Macintosh PowerPoint</Application>
  <PresentationFormat>Widescreen</PresentationFormat>
  <Paragraphs>0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호영 정</dc:creator>
  <cp:lastModifiedBy>호영 정</cp:lastModifiedBy>
  <cp:revision>3</cp:revision>
  <dcterms:created xsi:type="dcterms:W3CDTF">2025-12-11T13:14:36Z</dcterms:created>
  <dcterms:modified xsi:type="dcterms:W3CDTF">2025-12-11T14:11:44Z</dcterms:modified>
</cp:coreProperties>
</file>